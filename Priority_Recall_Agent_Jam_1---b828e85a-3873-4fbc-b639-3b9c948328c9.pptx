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014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565392"/>
            <a:ext cx="4114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Recall • Agent Jam #1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315200" y="6565392"/>
            <a:ext cx="4297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github.com/Elena-owl/priority-recall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 w="12700">
            <a:solidFill>
              <a:srgbClr val="F3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1005840"/>
            <a:ext cx="5120640" cy="5120640"/>
          </a:xfrm>
          <a:prstGeom prst="arc">
            <a:avLst/>
          </a:prstGeom>
          <a:noFill/>
          <a:ln w="355600">
            <a:solidFill>
              <a:srgbClr val="E4D4F5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321040" y="3474720"/>
            <a:ext cx="4480560" cy="4480560"/>
          </a:xfrm>
          <a:prstGeom prst="arc">
            <a:avLst/>
          </a:prstGeom>
          <a:noFill/>
          <a:ln w="254000">
            <a:solidFill>
              <a:srgbClr val="DDE8F8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3258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Recall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58952" y="200253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E6270"/>
                </a:solidFill>
              </a:rPr>
              <a:t>Memory system for Heyron agents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8952" y="2532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3E85"/>
                </a:solidFill>
              </a:rPr>
              <a:t>Agent Jam #1 — May 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" y="3127248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E9DDF8"/>
          </a:solidFill>
          <a:ln w="12700">
            <a:solidFill>
              <a:srgbClr val="E9D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2104" y="3200400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3E85"/>
                </a:solidFill>
              </a:rPr>
              <a:t>Memory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47672" y="3127248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E9DDF8"/>
          </a:solidFill>
          <a:ln w="12700">
            <a:solidFill>
              <a:srgbClr val="E9D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20824" y="3200400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3E85"/>
                </a:solidFill>
              </a:rPr>
              <a:t>Priority Scoring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03904" y="3127248"/>
            <a:ext cx="2331720" cy="329184"/>
          </a:xfrm>
          <a:prstGeom prst="roundRect">
            <a:avLst>
              <a:gd name="adj" fmla="val 22222"/>
            </a:avLst>
          </a:prstGeom>
          <a:solidFill>
            <a:srgbClr val="E9DDF8"/>
          </a:solidFill>
          <a:ln w="12700">
            <a:solidFill>
              <a:srgbClr val="E9D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77056" y="3200400"/>
            <a:ext cx="21854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A3E85"/>
                </a:solidFill>
              </a:rPr>
              <a:t>Cross-Session Continuity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5087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13648" y="1874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🦉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8183880" y="315468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</a:rPr>
              <a:t>Remember what matters.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</a:rPr>
              <a:t>Trim what does not.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8952" y="59801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Built by Bree and Elena for Agent Jam #1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280160" cy="0"/>
          </a:xfrm>
          <a:prstGeom prst="line">
            <a:avLst/>
          </a:prstGeom>
          <a:noFill/>
          <a:ln w="50800">
            <a:solidFill>
              <a:srgbClr val="5A3E8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0" y="8046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Agents can see everything — but everything is not equal.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430"/>
                </a:solidFill>
              </a:rPr>
              <a:t>Heyron agents see everything.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8105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E6270"/>
                </a:solidFill>
              </a:rPr>
              <a:t>Every message. Every context. Every detail.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" y="2651760"/>
            <a:ext cx="5074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87121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4747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53312" y="282549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</a:rPr>
              <a:t>Memory overload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53312" y="31546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Between sessions, context keeps piling up.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232" y="3977640"/>
            <a:ext cx="5074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1970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4747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53312" y="415137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</a:rPr>
              <a:t>Weak prioritization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53312" y="44805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The agent struggles to separate signal from noise.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2651760"/>
            <a:ext cx="5074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56248" y="287121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4747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282549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</a:rPr>
              <a:t>Agent + human burnout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995160" y="31546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Too much recall becomes cognitive drag.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977640"/>
            <a:ext cx="50749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56248" y="41970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54747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415137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</a:rPr>
              <a:t>Buried key info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995160" y="44805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Important commitments disappear under small talk.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48840" y="5440680"/>
            <a:ext cx="7909560" cy="566928"/>
          </a:xfrm>
          <a:prstGeom prst="roundRect">
            <a:avLst>
              <a:gd name="adj" fmla="val 19355"/>
            </a:avLst>
          </a:prstGeom>
          <a:solidFill>
            <a:srgbClr val="F7DFDF"/>
          </a:solidFill>
          <a:ln w="15240">
            <a:solidFill>
              <a:srgbClr val="F7D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95728" y="558698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54747"/>
                </a:solidFill>
              </a:rPr>
              <a:t>❌ “Remember everything” = remember nothing useful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280160" cy="0"/>
          </a:xfrm>
          <a:prstGeom prst="line">
            <a:avLst/>
          </a:prstGeom>
          <a:noFill/>
          <a:ln w="50800">
            <a:solidFill>
              <a:srgbClr val="5A3E8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0" y="8046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Priority Recall uses a two-part loop: score at the end, scan at the start.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13232" y="132588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430"/>
                </a:solidFill>
              </a:rPr>
              <a:t>Priority Recall — Two-Part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49377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73952" y="1920240"/>
            <a:ext cx="49377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15000" y="3154680"/>
            <a:ext cx="777240" cy="731520"/>
          </a:xfrm>
          <a:prstGeom prst="chevron">
            <a:avLst/>
          </a:prstGeom>
          <a:solidFill>
            <a:srgbClr val="5A3E85"/>
          </a:solidFill>
          <a:ln w="12700">
            <a:solidFill>
              <a:srgbClr val="5A3E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2240280"/>
            <a:ext cx="502920" cy="502920"/>
          </a:xfrm>
          <a:prstGeom prst="rect">
            <a:avLst/>
          </a:prstGeom>
          <a:solidFill>
            <a:srgbClr val="5A3E8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22311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430"/>
                </a:solidFill>
              </a:rPr>
              <a:t>Session End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660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270"/>
                </a:solidFill>
              </a:rPr>
              <a:t>Score what happened. Keep only the important stuff.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3310128"/>
            <a:ext cx="38404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</a:rPr>
              <a:t>Auto-evaluate session content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</a:rPr>
              <a:t>Score by importance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</a:rPr>
              <a:t>Filter below threshold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</a:rPr>
              <a:t>Store priority items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84848" y="2240280"/>
            <a:ext cx="502920" cy="502920"/>
          </a:xfrm>
          <a:prstGeom prst="rect">
            <a:avLst/>
          </a:prstGeom>
          <a:solidFill>
            <a:srgbClr val="2E7D6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43216" y="22311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430"/>
                </a:solidFill>
              </a:rPr>
              <a:t>Session Start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443216" y="2660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270"/>
                </a:solidFill>
              </a:rPr>
              <a:t>Pull “must-know” context in quick-scan format.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31152" y="3310128"/>
            <a:ext cx="38404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</a:rPr>
              <a:t>Top-priority items first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</a:rPr>
              <a:t>Tag-based groupings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</a:rPr>
              <a:t>Flag clarification gaps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</a:rPr>
              <a:t>Fast human scanning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 — Priority Scoring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280160" cy="0"/>
          </a:xfrm>
          <a:prstGeom prst="line">
            <a:avLst/>
          </a:prstGeom>
          <a:noFill/>
          <a:ln w="50800">
            <a:solidFill>
              <a:srgbClr val="5A3E8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0" y="8046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A 1–5 score turns raw session content into an importance hierarchy.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6270"/>
                </a:solidFill>
              </a:rPr>
              <a:t>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74520" y="1417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6270"/>
                </a:solidFill>
              </a:rPr>
              <a:t>Meaning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66360" y="14173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6270"/>
                </a:solidFill>
              </a:rPr>
              <a:t>Examples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F7DFDF"/>
          </a:solidFill>
          <a:ln w="15240">
            <a:solidFill>
              <a:srgbClr val="F7D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7824" y="183794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54747"/>
                </a:solidFill>
              </a:rPr>
              <a:t>5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74520" y="1865376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430"/>
                </a:solidFill>
              </a:rPr>
              <a:t>Critical, never forget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5166360" y="1865376"/>
            <a:ext cx="5852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430"/>
                </a:solidFill>
              </a:rPr>
              <a:t>Decisions, commitments, personal info, passwords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731520" y="2395728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F6E8C9"/>
          </a:solidFill>
          <a:ln w="15240">
            <a:solidFill>
              <a:srgbClr val="F6E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7824" y="249631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8872B"/>
                </a:solidFill>
              </a:rPr>
              <a:t>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74520" y="252374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430"/>
                </a:solidFill>
              </a:rPr>
              <a:t>Important context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5166360" y="2523744"/>
            <a:ext cx="5852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430"/>
                </a:solidFill>
              </a:rPr>
              <a:t>Work progress, client preferences, project state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731520" y="3054096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DDE8F8"/>
          </a:solidFill>
          <a:ln w="15240">
            <a:solidFill>
              <a:srgbClr val="DDE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7824" y="31546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5EAA"/>
                </a:solidFill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74520" y="3182112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430"/>
                </a:solidFill>
              </a:rPr>
              <a:t>Normal session content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5166360" y="3182112"/>
            <a:ext cx="5852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430"/>
                </a:solidFill>
              </a:rPr>
              <a:t>Discussion topics, completed tasks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731520" y="3712464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EEEAE3"/>
          </a:solidFill>
          <a:ln w="15240">
            <a:solidFill>
              <a:srgbClr val="EE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7824" y="38130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E6270"/>
                </a:solidFill>
              </a:rPr>
              <a:t>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874520" y="3840480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430"/>
                </a:solidFill>
              </a:rPr>
              <a:t>Minor notes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5166360" y="3840480"/>
            <a:ext cx="5852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430"/>
                </a:solidFill>
              </a:rPr>
              <a:t>Casual chat, low-priority reminders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731520" y="4370832"/>
            <a:ext cx="10744200" cy="502920"/>
          </a:xfrm>
          <a:prstGeom prst="roundRect">
            <a:avLst>
              <a:gd name="adj" fmla="val 21818"/>
            </a:avLst>
          </a:prstGeom>
          <a:solidFill>
            <a:srgbClr val="F0EEEE"/>
          </a:solidFill>
          <a:ln w="15240">
            <a:solidFill>
              <a:srgbClr val="F0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77824" y="44714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5E6270"/>
                </a:solidFill>
              </a:rPr>
              <a:t>1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874520" y="4498848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F2430"/>
                </a:solidFill>
              </a:rPr>
              <a:t>Fluff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5166360" y="4498848"/>
            <a:ext cx="5852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F2430"/>
                </a:solidFill>
              </a:rPr>
              <a:t>Greetings, off-topic, can forget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1325880" y="5532120"/>
            <a:ext cx="9464040" cy="566928"/>
          </a:xfrm>
          <a:prstGeom prst="roundRect">
            <a:avLst>
              <a:gd name="adj" fmla="val 19355"/>
            </a:avLst>
          </a:prstGeom>
          <a:solidFill>
            <a:srgbClr val="DDF2EA"/>
          </a:solidFill>
          <a:ln w="15240">
            <a:solidFill>
              <a:srgbClr val="DD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45920" y="5669280"/>
            <a:ext cx="8915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65"/>
                </a:solidFill>
              </a:rPr>
              <a:t>Items scoring ≥ minPriorityScore get stored. The rest gets trimmed.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280160" cy="0"/>
          </a:xfrm>
          <a:prstGeom prst="line">
            <a:avLst/>
          </a:prstGeom>
          <a:noFill/>
          <a:ln w="50800">
            <a:solidFill>
              <a:srgbClr val="5A3E8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0" y="8046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What gets remembered versus what gets filtered.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41732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327648" y="1417320"/>
            <a:ext cx="5138928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24128" y="1719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</a:rPr>
              <a:t>Session End — Scoring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33272" y="22677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430"/>
                </a:solidFill>
              </a:rPr>
              <a:t>“Tight deadline for Allied billing”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4507992" y="22677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72B"/>
                </a:solidFill>
              </a:rPr>
              <a:t>Score: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3272" y="28895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430"/>
                </a:solidFill>
              </a:rPr>
              <a:t>“Prefers detailed emails over short messages”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4507992" y="28895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872B"/>
                </a:solidFill>
              </a:rPr>
              <a:t>Score: 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33272" y="35112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430"/>
                </a:solidFill>
              </a:rPr>
              <a:t>“Will share the updated invoice template”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4507992" y="35112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4747"/>
                </a:solidFill>
              </a:rPr>
              <a:t>Score: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3272" y="4133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F2430"/>
                </a:solidFill>
              </a:rPr>
              <a:t>“Said good morning at the start”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4507992" y="4133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6270"/>
                </a:solidFill>
              </a:rPr>
              <a:t>Score: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1719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</a:rPr>
              <a:t>Session Start — Quick Scan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29400" y="2286000"/>
            <a:ext cx="4251960" cy="438912"/>
          </a:xfrm>
          <a:prstGeom prst="roundRect">
            <a:avLst>
              <a:gd name="adj" fmla="val 12500"/>
            </a:avLst>
          </a:prstGeom>
          <a:solidFill>
            <a:srgbClr val="DDF2EA"/>
          </a:solidFill>
          <a:ln w="12700">
            <a:solidFill>
              <a:srgbClr val="DDF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23957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65"/>
                </a:solidFill>
              </a:rPr>
              <a:t>✅ Remembered: deadlines, preferences, commitments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29400" y="2971800"/>
            <a:ext cx="3657600" cy="438912"/>
          </a:xfrm>
          <a:prstGeom prst="roundRect">
            <a:avLst>
              <a:gd name="adj" fmla="val 12500"/>
            </a:avLst>
          </a:prstGeom>
          <a:solidFill>
            <a:srgbClr val="F7DFDF"/>
          </a:solidFill>
          <a:ln w="12700">
            <a:solidFill>
              <a:srgbClr val="F7DF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30815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54747"/>
                </a:solidFill>
              </a:rPr>
              <a:t>❌ Filtered: greetings, small talk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629400" y="4041648"/>
            <a:ext cx="4251960" cy="713232"/>
          </a:xfrm>
          <a:prstGeom prst="roundRect">
            <a:avLst>
              <a:gd name="adj" fmla="val 15385"/>
            </a:avLst>
          </a:prstGeom>
          <a:solidFill>
            <a:srgbClr val="E9DDF8"/>
          </a:solidFill>
          <a:ln w="15240">
            <a:solidFill>
              <a:srgbClr val="E9D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76288" y="422452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3E85"/>
                </a:solidFill>
              </a:rPr>
              <a:t>Result: the agent knows what matters without being overwhelmed.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280160" cy="0"/>
          </a:xfrm>
          <a:prstGeom prst="line">
            <a:avLst/>
          </a:prstGeom>
          <a:noFill/>
          <a:ln w="50800">
            <a:solidFill>
              <a:srgbClr val="5A3E8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0" y="8046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The same simple scoring loop helps agents, users, teams, and technical setup.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463040"/>
            <a:ext cx="146304" cy="1600200"/>
          </a:xfrm>
          <a:prstGeom prst="rect">
            <a:avLst/>
          </a:prstGeom>
          <a:solidFill>
            <a:srgbClr val="5A3E85"/>
          </a:solidFill>
          <a:ln w="12700">
            <a:solidFill>
              <a:srgbClr val="5A3E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6733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A3E85"/>
                </a:solidFill>
              </a:rPr>
              <a:t>For Agents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52144" y="2084832"/>
            <a:ext cx="42976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Reduces memory bloat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Focuses on what matters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Creates importance hierarchy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6355080" y="146304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1463040"/>
            <a:ext cx="146304" cy="1600200"/>
          </a:xfrm>
          <a:prstGeom prst="rect">
            <a:avLst/>
          </a:prstGeom>
          <a:solidFill>
            <a:srgbClr val="2E7D65"/>
          </a:solidFill>
          <a:ln w="12700">
            <a:solidFill>
              <a:srgbClr val="2E7D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16733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65"/>
                </a:solidFill>
              </a:rPr>
              <a:t>For Users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93992" y="2084832"/>
            <a:ext cx="42976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Less noise, more signal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Agent remembers key stuff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Better cross-session continuity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713232" y="370332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3703320"/>
            <a:ext cx="146304" cy="160020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9136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5EAA"/>
                </a:solidFill>
              </a:rPr>
              <a:t>For Teams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52144" y="4325112"/>
            <a:ext cx="42976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Portable / no external deps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Simple text-file storage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Easy to install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355080" y="370332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55080" y="3703320"/>
            <a:ext cx="146304" cy="1600200"/>
          </a:xfrm>
          <a:prstGeom prst="rect">
            <a:avLst/>
          </a:prstGeom>
          <a:solidFill>
            <a:srgbClr val="B8872B"/>
          </a:solidFill>
          <a:ln w="12700">
            <a:solidFill>
              <a:srgbClr val="B88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39136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872B"/>
                </a:solidFill>
              </a:rPr>
              <a:t>Technical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93992" y="4325112"/>
            <a:ext cx="429768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No embeddings required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No database needed</a:t>
            </a:r>
            <a:endParaRPr lang="en-US" sz="1270" dirty="0"/>
          </a:p>
          <a:p>
            <a:pPr marL="177800" indent="-177800">
              <a:buSzPct val="100000"/>
              <a:buChar char="•"/>
            </a:pPr>
            <a:r>
              <a:rPr lang="en-US" sz="1270" dirty="0">
                <a:solidFill>
                  <a:srgbClr val="1F2430"/>
                </a:solidFill>
              </a:rPr>
              <a:t>Works in container model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280160" cy="0"/>
          </a:xfrm>
          <a:prstGeom prst="line">
            <a:avLst/>
          </a:prstGeom>
          <a:noFill/>
          <a:ln w="50800">
            <a:solidFill>
              <a:srgbClr val="5A3E8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0" y="8046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Clone the repo, configure the score threshold, then follow the session scripts.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13232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</a:rPr>
              <a:t>Clone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1627632"/>
            <a:ext cx="10744200" cy="658368"/>
          </a:xfrm>
          <a:prstGeom prst="roundRect">
            <a:avLst>
              <a:gd name="adj" fmla="val 16667"/>
            </a:avLst>
          </a:prstGeom>
          <a:solidFill>
            <a:srgbClr val="202431"/>
          </a:solidFill>
          <a:ln w="15240">
            <a:solidFill>
              <a:srgbClr val="2024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92224"/>
            <a:ext cx="103418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https://github.com/Elena-owl/priority-recall.git ~/.openclaw/priority-recall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651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</a:rPr>
              <a:t>Configuration — config.json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297180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202431"/>
          </a:solidFill>
          <a:ln w="15240">
            <a:solidFill>
              <a:srgbClr val="2024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136392"/>
            <a:ext cx="5175504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"minPriorityScore": 3,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"maxItems": 10,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"scanLimit": 5,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"tags": ["billing", "personal", "work", "system"],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"memoryPath": "memory/priority-recall"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2971800"/>
            <a:ext cx="473659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59168" y="3337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</a:rPr>
              <a:t>Usage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50608" y="3767328"/>
            <a:ext cx="37490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</a:rPr>
              <a:t>Read scripts/session-end.md at close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</a:rPr>
              <a:t>Read scripts/session-start.md at open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</a:rPr>
              <a:t>Tune thresholds only after review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896112"/>
            <a:ext cx="1280160" cy="0"/>
          </a:xfrm>
          <a:prstGeom prst="line">
            <a:avLst/>
          </a:prstGeom>
          <a:noFill/>
          <a:ln w="50800">
            <a:solidFill>
              <a:srgbClr val="5A3E8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0" y="8046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6270"/>
                </a:solidFill>
              </a:rPr>
              <a:t>Everything lives in a portable text-and-script layout.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96112" y="1325880"/>
            <a:ext cx="10378440" cy="4800600"/>
          </a:xfrm>
          <a:prstGeom prst="roundRect">
            <a:avLst>
              <a:gd name="adj" fmla="val 2286"/>
            </a:avLst>
          </a:prstGeom>
          <a:solidFill>
            <a:srgbClr val="202431"/>
          </a:solidFill>
          <a:ln w="15240">
            <a:solidFill>
              <a:srgbClr val="2024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490472"/>
            <a:ext cx="9976104" cy="4507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priority-recall/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SKILL.md              # Heyron skill format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   # Full documentation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config.json           # Configuration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presentation.html     # HTML slides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presentation.md       # This file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session-end.md    # Session close workflow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session-start.md  # Session open workflow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demo.md           # Demo walkthrough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lib/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scorer.js         # Priority scoring logic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recall.js         # Memory retrieval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F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basic.test.js     # 11 tests, all passing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8"/>
          </a:solidFill>
          <a:ln w="12700">
            <a:solidFill>
              <a:srgbClr val="F3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658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5568" y="1645920"/>
            <a:ext cx="99669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72768" y="226771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i="1" dirty="0">
                <a:solidFill>
                  <a:srgbClr val="5A3E85"/>
                </a:solidFill>
              </a:rPr>
              <a:t>“Build the memory system you wish your agent had.”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200400" y="434340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430"/>
                </a:solidFill>
              </a:rPr>
              <a:t>That’s Priority Recall.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907792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6270"/>
                </a:solidFill>
              </a:rPr>
              <a:t>MIT License — github.com/Elena-owl/priority-recall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767328" y="55321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3E85"/>
                </a:solidFill>
              </a:rPr>
              <a:t>Built by Bree and Elena for Agent Jam #1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B677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704</Words>
  <Application>Microsoft Office PowerPoint</Application>
  <PresentationFormat>Widescreen</PresentationFormat>
  <Paragraphs>154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Agent Jam #1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Priority Recall — Agent Jam #1</dc:title>
  <dc:subject>Priority Recall — Memory system for Heyron agents</dc:subject>
  <dc:creator>Elena / Bree</dc:creator>
  <cp:lastModifiedBy>Aubrey Voss</cp:lastModifiedBy>
  <cp:revision>2</cp:revision>
  <dcterms:created xsi:type="dcterms:W3CDTF">2026-05-03T02:16:25Z</dcterms:created>
  <dcterms:modified xsi:type="dcterms:W3CDTF">2026-05-03T02:27:52Z</dcterms:modified>
</cp:coreProperties>
</file>